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1" r:id="rId6"/>
    <p:sldId id="261" r:id="rId7"/>
    <p:sldId id="266" r:id="rId8"/>
    <p:sldId id="265" r:id="rId9"/>
    <p:sldId id="262" r:id="rId10"/>
    <p:sldId id="272" r:id="rId11"/>
    <p:sldId id="264" r:id="rId12"/>
    <p:sldId id="267" r:id="rId13"/>
    <p:sldId id="273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94DCB6-6FFB-44D2-B993-2608ADAC7946}" v="93" dt="2026-05-02T15:38:26.0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Raahim Munawwar" userId="fd5e20a0-0d4a-4a39-a738-4e6af2c769fb" providerId="ADAL" clId="{B9D5A21C-D4ED-4B93-9C3B-A8AB06858249}"/>
    <pc:docChg chg="undo custSel addSld delSld modSld sldOrd modMainMaster">
      <pc:chgData name="Muhammad Raahim Munawwar" userId="fd5e20a0-0d4a-4a39-a738-4e6af2c769fb" providerId="ADAL" clId="{B9D5A21C-D4ED-4B93-9C3B-A8AB06858249}" dt="2026-05-02T16:15:43.129" v="1170" actId="1076"/>
      <pc:docMkLst>
        <pc:docMk/>
      </pc:docMkLst>
      <pc:sldChg chg="addSp delSp modSp mod setBg">
        <pc:chgData name="Muhammad Raahim Munawwar" userId="fd5e20a0-0d4a-4a39-a738-4e6af2c769fb" providerId="ADAL" clId="{B9D5A21C-D4ED-4B93-9C3B-A8AB06858249}" dt="2026-05-02T14:45:21.246" v="611"/>
        <pc:sldMkLst>
          <pc:docMk/>
          <pc:sldMk cId="0" sldId="256"/>
        </pc:sldMkLst>
        <pc:spChg chg="del">
          <ac:chgData name="Muhammad Raahim Munawwar" userId="fd5e20a0-0d4a-4a39-a738-4e6af2c769fb" providerId="ADAL" clId="{B9D5A21C-D4ED-4B93-9C3B-A8AB06858249}" dt="2026-05-02T14:39:05.763" v="536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4:02:43.817" v="141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4:02:55.316" v="156" actId="122"/>
          <ac:spMkLst>
            <pc:docMk/>
            <pc:sldMk cId="0" sldId="256"/>
            <ac:spMk id="5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4:04:30.319" v="163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4:04:42.475" v="165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4:04:22.254" v="162" actId="20577"/>
          <ac:spMkLst>
            <pc:docMk/>
            <pc:sldMk cId="0" sldId="256"/>
            <ac:spMk id="8" creationId="{00000000-0000-0000-0000-000000000000}"/>
          </ac:spMkLst>
        </pc:spChg>
        <pc:spChg chg="add del mod">
          <ac:chgData name="Muhammad Raahim Munawwar" userId="fd5e20a0-0d4a-4a39-a738-4e6af2c769fb" providerId="ADAL" clId="{B9D5A21C-D4ED-4B93-9C3B-A8AB06858249}" dt="2026-05-02T14:42:38.180" v="544" actId="478"/>
          <ac:spMkLst>
            <pc:docMk/>
            <pc:sldMk cId="0" sldId="256"/>
            <ac:spMk id="9" creationId="{F0C59E96-6A62-CBBF-6856-BBD69CDEF4AA}"/>
          </ac:spMkLst>
        </pc:spChg>
        <pc:picChg chg="mod">
          <ac:chgData name="Muhammad Raahim Munawwar" userId="fd5e20a0-0d4a-4a39-a738-4e6af2c769fb" providerId="ADAL" clId="{B9D5A21C-D4ED-4B93-9C3B-A8AB06858249}" dt="2026-05-02T14:42:15.862" v="543"/>
          <ac:picMkLst>
            <pc:docMk/>
            <pc:sldMk cId="0" sldId="256"/>
            <ac:picMk id="2" creationId="{00000000-0000-0000-0000-000000000000}"/>
          </ac:picMkLst>
        </pc:picChg>
      </pc:sldChg>
      <pc:sldChg chg="setBg">
        <pc:chgData name="Muhammad Raahim Munawwar" userId="fd5e20a0-0d4a-4a39-a738-4e6af2c769fb" providerId="ADAL" clId="{B9D5A21C-D4ED-4B93-9C3B-A8AB06858249}" dt="2026-05-02T14:45:21.246" v="611"/>
        <pc:sldMkLst>
          <pc:docMk/>
          <pc:sldMk cId="0" sldId="257"/>
        </pc:sldMkLst>
      </pc:sldChg>
      <pc:sldChg chg="addSp delSp modSp mod setBg">
        <pc:chgData name="Muhammad Raahim Munawwar" userId="fd5e20a0-0d4a-4a39-a738-4e6af2c769fb" providerId="ADAL" clId="{B9D5A21C-D4ED-4B93-9C3B-A8AB06858249}" dt="2026-05-02T15:27:29.471" v="1058"/>
        <pc:sldMkLst>
          <pc:docMk/>
          <pc:sldMk cId="0" sldId="258"/>
        </pc:sldMkLst>
        <pc:spChg chg="mod">
          <ac:chgData name="Muhammad Raahim Munawwar" userId="fd5e20a0-0d4a-4a39-a738-4e6af2c769fb" providerId="ADAL" clId="{B9D5A21C-D4ED-4B93-9C3B-A8AB06858249}" dt="2026-05-02T15:27:29.471" v="1058"/>
          <ac:spMkLst>
            <pc:docMk/>
            <pc:sldMk cId="0" sldId="258"/>
            <ac:spMk id="17" creationId="{00000000-0000-0000-0000-000000000000}"/>
          </ac:spMkLst>
        </pc:spChg>
        <pc:picChg chg="del">
          <ac:chgData name="Muhammad Raahim Munawwar" userId="fd5e20a0-0d4a-4a39-a738-4e6af2c769fb" providerId="ADAL" clId="{B9D5A21C-D4ED-4B93-9C3B-A8AB06858249}" dt="2026-05-02T15:24:07.157" v="1031" actId="478"/>
          <ac:picMkLst>
            <pc:docMk/>
            <pc:sldMk cId="0" sldId="258"/>
            <ac:picMk id="4" creationId="{00000000-0000-0000-0000-000000000000}"/>
          </ac:picMkLst>
        </pc:picChg>
        <pc:picChg chg="add mod">
          <ac:chgData name="Muhammad Raahim Munawwar" userId="fd5e20a0-0d4a-4a39-a738-4e6af2c769fb" providerId="ADAL" clId="{B9D5A21C-D4ED-4B93-9C3B-A8AB06858249}" dt="2026-05-02T15:25:05.628" v="1039"/>
          <ac:picMkLst>
            <pc:docMk/>
            <pc:sldMk cId="0" sldId="258"/>
            <ac:picMk id="19" creationId="{076007EC-8163-8637-7539-885A7B036438}"/>
          </ac:picMkLst>
        </pc:picChg>
      </pc:sldChg>
      <pc:sldChg chg="delSp modSp mod setBg">
        <pc:chgData name="Muhammad Raahim Munawwar" userId="fd5e20a0-0d4a-4a39-a738-4e6af2c769fb" providerId="ADAL" clId="{B9D5A21C-D4ED-4B93-9C3B-A8AB06858249}" dt="2026-05-02T15:30:23.814" v="1079" actId="1076"/>
        <pc:sldMkLst>
          <pc:docMk/>
          <pc:sldMk cId="0" sldId="259"/>
        </pc:sldMkLst>
        <pc:spChg chg="mod">
          <ac:chgData name="Muhammad Raahim Munawwar" userId="fd5e20a0-0d4a-4a39-a738-4e6af2c769fb" providerId="ADAL" clId="{B9D5A21C-D4ED-4B93-9C3B-A8AB06858249}" dt="2026-05-02T15:30:23.814" v="1079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30:12.548" v="1077" actId="34135"/>
          <ac:spMkLst>
            <pc:docMk/>
            <pc:sldMk cId="0" sldId="259"/>
            <ac:spMk id="15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30:15.672" v="1078" actId="34135"/>
          <ac:spMkLst>
            <pc:docMk/>
            <pc:sldMk cId="0" sldId="259"/>
            <ac:spMk id="16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30:09.711" v="1076" actId="34135"/>
          <ac:spMkLst>
            <pc:docMk/>
            <pc:sldMk cId="0" sldId="259"/>
            <ac:spMk id="17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30:05.811" v="1075" actId="34135"/>
          <ac:spMkLst>
            <pc:docMk/>
            <pc:sldMk cId="0" sldId="259"/>
            <ac:spMk id="18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29:26.276" v="1072" actId="1076"/>
          <ac:spMkLst>
            <pc:docMk/>
            <pc:sldMk cId="0" sldId="259"/>
            <ac:spMk id="24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29:25.495" v="1070" actId="1076"/>
          <ac:spMkLst>
            <pc:docMk/>
            <pc:sldMk cId="0" sldId="259"/>
            <ac:spMk id="27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29:25.865" v="1071" actId="1076"/>
          <ac:spMkLst>
            <pc:docMk/>
            <pc:sldMk cId="0" sldId="259"/>
            <ac:spMk id="28" creationId="{00000000-0000-0000-0000-000000000000}"/>
          </ac:spMkLst>
        </pc:spChg>
        <pc:spChg chg="del">
          <ac:chgData name="Muhammad Raahim Munawwar" userId="fd5e20a0-0d4a-4a39-a738-4e6af2c769fb" providerId="ADAL" clId="{B9D5A21C-D4ED-4B93-9C3B-A8AB06858249}" dt="2026-05-02T15:28:37.694" v="1060" actId="478"/>
          <ac:spMkLst>
            <pc:docMk/>
            <pc:sldMk cId="0" sldId="259"/>
            <ac:spMk id="29" creationId="{00000000-0000-0000-0000-000000000000}"/>
          </ac:spMkLst>
        </pc:spChg>
        <pc:spChg chg="del">
          <ac:chgData name="Muhammad Raahim Munawwar" userId="fd5e20a0-0d4a-4a39-a738-4e6af2c769fb" providerId="ADAL" clId="{B9D5A21C-D4ED-4B93-9C3B-A8AB06858249}" dt="2026-05-02T15:28:49.144" v="1063" actId="478"/>
          <ac:spMkLst>
            <pc:docMk/>
            <pc:sldMk cId="0" sldId="259"/>
            <ac:spMk id="30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28:39.520" v="1061" actId="6549"/>
          <ac:spMkLst>
            <pc:docMk/>
            <pc:sldMk cId="0" sldId="259"/>
            <ac:spMk id="31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28:53.690" v="1065" actId="20577"/>
          <ac:spMkLst>
            <pc:docMk/>
            <pc:sldMk cId="0" sldId="259"/>
            <ac:spMk id="32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28:56.132" v="1066" actId="20577"/>
          <ac:spMkLst>
            <pc:docMk/>
            <pc:sldMk cId="0" sldId="259"/>
            <ac:spMk id="33" creationId="{00000000-0000-0000-0000-000000000000}"/>
          </ac:spMkLst>
        </pc:spChg>
      </pc:sldChg>
      <pc:sldChg chg="del setBg">
        <pc:chgData name="Muhammad Raahim Munawwar" userId="fd5e20a0-0d4a-4a39-a738-4e6af2c769fb" providerId="ADAL" clId="{B9D5A21C-D4ED-4B93-9C3B-A8AB06858249}" dt="2026-05-02T15:23:09.985" v="1023" actId="47"/>
        <pc:sldMkLst>
          <pc:docMk/>
          <pc:sldMk cId="0" sldId="260"/>
        </pc:sldMkLst>
      </pc:sldChg>
      <pc:sldChg chg="addSp delSp modSp mod setBg">
        <pc:chgData name="Muhammad Raahim Munawwar" userId="fd5e20a0-0d4a-4a39-a738-4e6af2c769fb" providerId="ADAL" clId="{B9D5A21C-D4ED-4B93-9C3B-A8AB06858249}" dt="2026-05-02T15:19:00.366" v="1006" actId="20577"/>
        <pc:sldMkLst>
          <pc:docMk/>
          <pc:sldMk cId="0" sldId="261"/>
        </pc:sldMkLst>
        <pc:spChg chg="mod">
          <ac:chgData name="Muhammad Raahim Munawwar" userId="fd5e20a0-0d4a-4a39-a738-4e6af2c769fb" providerId="ADAL" clId="{B9D5A21C-D4ED-4B93-9C3B-A8AB06858249}" dt="2026-05-02T14:59:24.880" v="626" actId="1076"/>
          <ac:spMkLst>
            <pc:docMk/>
            <pc:sldMk cId="0" sldId="261"/>
            <ac:spMk id="4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4:59:28.397" v="627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4:59:06.440" v="623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4:59:17.810" v="625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19:00.366" v="1006" actId="20577"/>
          <ac:spMkLst>
            <pc:docMk/>
            <pc:sldMk cId="0" sldId="261"/>
            <ac:spMk id="11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00:48.469" v="800" actId="20577"/>
          <ac:spMkLst>
            <pc:docMk/>
            <pc:sldMk cId="0" sldId="261"/>
            <ac:spMk id="14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00:18.563" v="711" actId="20577"/>
          <ac:spMkLst>
            <pc:docMk/>
            <pc:sldMk cId="0" sldId="261"/>
            <ac:spMk id="17" creationId="{00000000-0000-0000-0000-000000000000}"/>
          </ac:spMkLst>
        </pc:spChg>
        <pc:picChg chg="del">
          <ac:chgData name="Muhammad Raahim Munawwar" userId="fd5e20a0-0d4a-4a39-a738-4e6af2c769fb" providerId="ADAL" clId="{B9D5A21C-D4ED-4B93-9C3B-A8AB06858249}" dt="2026-05-02T14:32:08.905" v="167" actId="478"/>
          <ac:picMkLst>
            <pc:docMk/>
            <pc:sldMk cId="0" sldId="261"/>
            <ac:picMk id="10" creationId="{00000000-0000-0000-0000-000000000000}"/>
          </ac:picMkLst>
        </pc:picChg>
        <pc:picChg chg="add mod">
          <ac:chgData name="Muhammad Raahim Munawwar" userId="fd5e20a0-0d4a-4a39-a738-4e6af2c769fb" providerId="ADAL" clId="{B9D5A21C-D4ED-4B93-9C3B-A8AB06858249}" dt="2026-05-02T14:58:55.113" v="622" actId="1076"/>
          <ac:picMkLst>
            <pc:docMk/>
            <pc:sldMk cId="0" sldId="261"/>
            <ac:picMk id="19" creationId="{7E0613E7-6A6F-5DCF-5268-07460C254BE3}"/>
          </ac:picMkLst>
        </pc:picChg>
      </pc:sldChg>
      <pc:sldChg chg="addSp delSp modSp mod setBg">
        <pc:chgData name="Muhammad Raahim Munawwar" userId="fd5e20a0-0d4a-4a39-a738-4e6af2c769fb" providerId="ADAL" clId="{B9D5A21C-D4ED-4B93-9C3B-A8AB06858249}" dt="2026-05-02T15:19:24.243" v="1010" actId="20577"/>
        <pc:sldMkLst>
          <pc:docMk/>
          <pc:sldMk cId="0" sldId="262"/>
        </pc:sldMkLst>
        <pc:spChg chg="mod">
          <ac:chgData name="Muhammad Raahim Munawwar" userId="fd5e20a0-0d4a-4a39-a738-4e6af2c769fb" providerId="ADAL" clId="{B9D5A21C-D4ED-4B93-9C3B-A8AB06858249}" dt="2026-05-02T15:19:24.243" v="1010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17:56.770" v="968" actId="1076"/>
          <ac:spMkLst>
            <pc:docMk/>
            <pc:sldMk cId="0" sldId="262"/>
            <ac:spMk id="4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18:02.285" v="969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18:10.830" v="970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18:19.384" v="972" actId="1076"/>
          <ac:spMkLst>
            <pc:docMk/>
            <pc:sldMk cId="0" sldId="262"/>
            <ac:spMk id="9" creationId="{00000000-0000-0000-0000-000000000000}"/>
          </ac:spMkLst>
        </pc:spChg>
        <pc:picChg chg="del">
          <ac:chgData name="Muhammad Raahim Munawwar" userId="fd5e20a0-0d4a-4a39-a738-4e6af2c769fb" providerId="ADAL" clId="{B9D5A21C-D4ED-4B93-9C3B-A8AB06858249}" dt="2026-05-02T14:32:19.089" v="168" actId="478"/>
          <ac:picMkLst>
            <pc:docMk/>
            <pc:sldMk cId="0" sldId="262"/>
            <ac:picMk id="10" creationId="{00000000-0000-0000-0000-000000000000}"/>
          </ac:picMkLst>
        </pc:picChg>
        <pc:picChg chg="add del mod">
          <ac:chgData name="Muhammad Raahim Munawwar" userId="fd5e20a0-0d4a-4a39-a738-4e6af2c769fb" providerId="ADAL" clId="{B9D5A21C-D4ED-4B93-9C3B-A8AB06858249}" dt="2026-05-02T15:15:05.905" v="951" actId="478"/>
          <ac:picMkLst>
            <pc:docMk/>
            <pc:sldMk cId="0" sldId="262"/>
            <ac:picMk id="19" creationId="{FE66B5FA-B147-5A91-E42A-155EF047B3A8}"/>
          </ac:picMkLst>
        </pc:picChg>
        <pc:picChg chg="add del mod">
          <ac:chgData name="Muhammad Raahim Munawwar" userId="fd5e20a0-0d4a-4a39-a738-4e6af2c769fb" providerId="ADAL" clId="{B9D5A21C-D4ED-4B93-9C3B-A8AB06858249}" dt="2026-05-02T15:17:07.140" v="957" actId="478"/>
          <ac:picMkLst>
            <pc:docMk/>
            <pc:sldMk cId="0" sldId="262"/>
            <ac:picMk id="21" creationId="{B929A9F3-F407-947A-4B4E-F5C046FC4186}"/>
          </ac:picMkLst>
        </pc:picChg>
        <pc:picChg chg="add mod">
          <ac:chgData name="Muhammad Raahim Munawwar" userId="fd5e20a0-0d4a-4a39-a738-4e6af2c769fb" providerId="ADAL" clId="{B9D5A21C-D4ED-4B93-9C3B-A8AB06858249}" dt="2026-05-02T15:17:50.558" v="967" actId="1076"/>
          <ac:picMkLst>
            <pc:docMk/>
            <pc:sldMk cId="0" sldId="262"/>
            <ac:picMk id="23" creationId="{FE011591-A829-ED90-0F9A-3BB0CCC3BDD3}"/>
          </ac:picMkLst>
        </pc:picChg>
      </pc:sldChg>
      <pc:sldChg chg="delSp modSp del mod setBg">
        <pc:chgData name="Muhammad Raahim Munawwar" userId="fd5e20a0-0d4a-4a39-a738-4e6af2c769fb" providerId="ADAL" clId="{B9D5A21C-D4ED-4B93-9C3B-A8AB06858249}" dt="2026-05-02T15:18:45.441" v="993" actId="47"/>
        <pc:sldMkLst>
          <pc:docMk/>
          <pc:sldMk cId="0" sldId="263"/>
        </pc:sldMkLst>
        <pc:spChg chg="mod">
          <ac:chgData name="Muhammad Raahim Munawwar" userId="fd5e20a0-0d4a-4a39-a738-4e6af2c769fb" providerId="ADAL" clId="{B9D5A21C-D4ED-4B93-9C3B-A8AB06858249}" dt="2026-05-02T13:58:02.032" v="82" actId="20577"/>
          <ac:spMkLst>
            <pc:docMk/>
            <pc:sldMk cId="0" sldId="263"/>
            <ac:spMk id="3" creationId="{00000000-0000-0000-0000-000000000000}"/>
          </ac:spMkLst>
        </pc:spChg>
        <pc:picChg chg="del">
          <ac:chgData name="Muhammad Raahim Munawwar" userId="fd5e20a0-0d4a-4a39-a738-4e6af2c769fb" providerId="ADAL" clId="{B9D5A21C-D4ED-4B93-9C3B-A8AB06858249}" dt="2026-05-02T13:57:17.410" v="26" actId="21"/>
          <ac:picMkLst>
            <pc:docMk/>
            <pc:sldMk cId="0" sldId="263"/>
            <ac:picMk id="6" creationId="{00000000-0000-0000-0000-000000000000}"/>
          </ac:picMkLst>
        </pc:picChg>
        <pc:picChg chg="del">
          <ac:chgData name="Muhammad Raahim Munawwar" userId="fd5e20a0-0d4a-4a39-a738-4e6af2c769fb" providerId="ADAL" clId="{B9D5A21C-D4ED-4B93-9C3B-A8AB06858249}" dt="2026-05-02T13:57:49.444" v="51" actId="478"/>
          <ac:picMkLst>
            <pc:docMk/>
            <pc:sldMk cId="0" sldId="263"/>
            <ac:picMk id="10" creationId="{00000000-0000-0000-0000-000000000000}"/>
          </ac:picMkLst>
        </pc:picChg>
      </pc:sldChg>
      <pc:sldChg chg="addSp delSp modSp mod setBg">
        <pc:chgData name="Muhammad Raahim Munawwar" userId="fd5e20a0-0d4a-4a39-a738-4e6af2c769fb" providerId="ADAL" clId="{B9D5A21C-D4ED-4B93-9C3B-A8AB06858249}" dt="2026-05-02T15:20:29.875" v="1018" actId="2711"/>
        <pc:sldMkLst>
          <pc:docMk/>
          <pc:sldMk cId="0" sldId="264"/>
        </pc:sldMkLst>
        <pc:spChg chg="mod">
          <ac:chgData name="Muhammad Raahim Munawwar" userId="fd5e20a0-0d4a-4a39-a738-4e6af2c769fb" providerId="ADAL" clId="{B9D5A21C-D4ED-4B93-9C3B-A8AB06858249}" dt="2026-05-02T13:58:24.445" v="84" actId="122"/>
          <ac:spMkLst>
            <pc:docMk/>
            <pc:sldMk cId="0" sldId="264"/>
            <ac:spMk id="3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3:59:04.026" v="87" actId="1076"/>
          <ac:spMkLst>
            <pc:docMk/>
            <pc:sldMk cId="0" sldId="264"/>
            <ac:spMk id="4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3:59:09.694" v="88" actId="1076"/>
          <ac:spMkLst>
            <pc:docMk/>
            <pc:sldMk cId="0" sldId="264"/>
            <ac:spMk id="5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4:36:56.848" v="323" actId="20577"/>
          <ac:spMkLst>
            <pc:docMk/>
            <pc:sldMk cId="0" sldId="264"/>
            <ac:spMk id="7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3:58:59.387" v="86" actId="1076"/>
          <ac:spMkLst>
            <pc:docMk/>
            <pc:sldMk cId="0" sldId="264"/>
            <ac:spMk id="8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3:59:27.693" v="90" actId="1076"/>
          <ac:spMkLst>
            <pc:docMk/>
            <pc:sldMk cId="0" sldId="264"/>
            <ac:spMk id="9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4:37:00.196" v="324" actId="20577"/>
          <ac:spMkLst>
            <pc:docMk/>
            <pc:sldMk cId="0" sldId="264"/>
            <ac:spMk id="11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19:53.342" v="1013" actId="14100"/>
          <ac:spMkLst>
            <pc:docMk/>
            <pc:sldMk cId="0" sldId="264"/>
            <ac:spMk id="12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20:29.875" v="1018" actId="2711"/>
          <ac:spMkLst>
            <pc:docMk/>
            <pc:sldMk cId="0" sldId="264"/>
            <ac:spMk id="14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20:14.957" v="1017" actId="14100"/>
          <ac:spMkLst>
            <pc:docMk/>
            <pc:sldMk cId="0" sldId="264"/>
            <ac:spMk id="15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20:09.209" v="1016" actId="1076"/>
          <ac:spMkLst>
            <pc:docMk/>
            <pc:sldMk cId="0" sldId="264"/>
            <ac:spMk id="17" creationId="{00000000-0000-0000-0000-000000000000}"/>
          </ac:spMkLst>
        </pc:spChg>
        <pc:picChg chg="del">
          <ac:chgData name="Muhammad Raahim Munawwar" userId="fd5e20a0-0d4a-4a39-a738-4e6af2c769fb" providerId="ADAL" clId="{B9D5A21C-D4ED-4B93-9C3B-A8AB06858249}" dt="2026-05-02T13:57:11.911" v="25" actId="478"/>
          <ac:picMkLst>
            <pc:docMk/>
            <pc:sldMk cId="0" sldId="264"/>
            <ac:picMk id="6" creationId="{00000000-0000-0000-0000-000000000000}"/>
          </ac:picMkLst>
        </pc:picChg>
        <pc:picChg chg="add mod">
          <ac:chgData name="Muhammad Raahim Munawwar" userId="fd5e20a0-0d4a-4a39-a738-4e6af2c769fb" providerId="ADAL" clId="{B9D5A21C-D4ED-4B93-9C3B-A8AB06858249}" dt="2026-05-02T13:56:40.352" v="7" actId="1076"/>
          <ac:picMkLst>
            <pc:docMk/>
            <pc:sldMk cId="0" sldId="264"/>
            <ac:picMk id="19" creationId="{CBBF86B4-67F4-D7CD-F4A7-6B14D6240E25}"/>
          </ac:picMkLst>
        </pc:picChg>
        <pc:picChg chg="add mod">
          <ac:chgData name="Muhammad Raahim Munawwar" userId="fd5e20a0-0d4a-4a39-a738-4e6af2c769fb" providerId="ADAL" clId="{B9D5A21C-D4ED-4B93-9C3B-A8AB06858249}" dt="2026-05-02T13:57:24.910" v="29" actId="962"/>
          <ac:picMkLst>
            <pc:docMk/>
            <pc:sldMk cId="0" sldId="264"/>
            <ac:picMk id="20" creationId="{00000000-0000-0000-0000-000000000000}"/>
          </ac:picMkLst>
        </pc:picChg>
      </pc:sldChg>
      <pc:sldChg chg="addSp delSp modSp mod ord setBg">
        <pc:chgData name="Muhammad Raahim Munawwar" userId="fd5e20a0-0d4a-4a39-a738-4e6af2c769fb" providerId="ADAL" clId="{B9D5A21C-D4ED-4B93-9C3B-A8AB06858249}" dt="2026-05-02T15:19:20.382" v="1009" actId="20577"/>
        <pc:sldMkLst>
          <pc:docMk/>
          <pc:sldMk cId="0" sldId="265"/>
        </pc:sldMkLst>
        <pc:spChg chg="mod">
          <ac:chgData name="Muhammad Raahim Munawwar" userId="fd5e20a0-0d4a-4a39-a738-4e6af2c769fb" providerId="ADAL" clId="{B9D5A21C-D4ED-4B93-9C3B-A8AB06858249}" dt="2026-05-02T15:19:20.382" v="1009" actId="20577"/>
          <ac:spMkLst>
            <pc:docMk/>
            <pc:sldMk cId="0" sldId="265"/>
            <ac:spMk id="3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4:00:55.612" v="95" actId="1076"/>
          <ac:spMkLst>
            <pc:docMk/>
            <pc:sldMk cId="0" sldId="265"/>
            <ac:spMk id="4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4:01:02.645" v="96" actId="1076"/>
          <ac:spMkLst>
            <pc:docMk/>
            <pc:sldMk cId="0" sldId="265"/>
            <ac:spMk id="5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4:01:07.798" v="97" actId="1076"/>
          <ac:spMkLst>
            <pc:docMk/>
            <pc:sldMk cId="0" sldId="265"/>
            <ac:spMk id="8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4:01:25.294" v="99" actId="1076"/>
          <ac:spMkLst>
            <pc:docMk/>
            <pc:sldMk cId="0" sldId="265"/>
            <ac:spMk id="9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04:31.341" v="802" actId="20577"/>
          <ac:spMkLst>
            <pc:docMk/>
            <pc:sldMk cId="0" sldId="265"/>
            <ac:spMk id="14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05:06.631" v="885" actId="20577"/>
          <ac:spMkLst>
            <pc:docMk/>
            <pc:sldMk cId="0" sldId="265"/>
            <ac:spMk id="17" creationId="{00000000-0000-0000-0000-000000000000}"/>
          </ac:spMkLst>
        </pc:spChg>
        <pc:picChg chg="del">
          <ac:chgData name="Muhammad Raahim Munawwar" userId="fd5e20a0-0d4a-4a39-a738-4e6af2c769fb" providerId="ADAL" clId="{B9D5A21C-D4ED-4B93-9C3B-A8AB06858249}" dt="2026-05-02T14:00:13.895" v="91" actId="478"/>
          <ac:picMkLst>
            <pc:docMk/>
            <pc:sldMk cId="0" sldId="265"/>
            <ac:picMk id="10" creationId="{00000000-0000-0000-0000-000000000000}"/>
          </ac:picMkLst>
        </pc:picChg>
        <pc:picChg chg="add del mod">
          <ac:chgData name="Muhammad Raahim Munawwar" userId="fd5e20a0-0d4a-4a39-a738-4e6af2c769fb" providerId="ADAL" clId="{B9D5A21C-D4ED-4B93-9C3B-A8AB06858249}" dt="2026-05-02T14:32:32.225" v="169" actId="478"/>
          <ac:picMkLst>
            <pc:docMk/>
            <pc:sldMk cId="0" sldId="265"/>
            <ac:picMk id="18" creationId="{A05782EC-C476-F2C3-7279-5A965FFD4AAA}"/>
          </ac:picMkLst>
        </pc:picChg>
        <pc:picChg chg="add del mod">
          <ac:chgData name="Muhammad Raahim Munawwar" userId="fd5e20a0-0d4a-4a39-a738-4e6af2c769fb" providerId="ADAL" clId="{B9D5A21C-D4ED-4B93-9C3B-A8AB06858249}" dt="2026-05-02T15:13:17.333" v="937" actId="478"/>
          <ac:picMkLst>
            <pc:docMk/>
            <pc:sldMk cId="0" sldId="265"/>
            <ac:picMk id="20" creationId="{A233841C-2DFA-1818-A1BD-6E812ABDF5D4}"/>
          </ac:picMkLst>
        </pc:picChg>
        <pc:picChg chg="add mod">
          <ac:chgData name="Muhammad Raahim Munawwar" userId="fd5e20a0-0d4a-4a39-a738-4e6af2c769fb" providerId="ADAL" clId="{B9D5A21C-D4ED-4B93-9C3B-A8AB06858249}" dt="2026-05-02T15:13:55.523" v="944" actId="1076"/>
          <ac:picMkLst>
            <pc:docMk/>
            <pc:sldMk cId="0" sldId="265"/>
            <ac:picMk id="22" creationId="{B8F4AE0F-3EEE-03E9-9FDE-9554DBA4C64E}"/>
          </ac:picMkLst>
        </pc:picChg>
      </pc:sldChg>
      <pc:sldChg chg="addSp delSp modSp mod ord setBg">
        <pc:chgData name="Muhammad Raahim Munawwar" userId="fd5e20a0-0d4a-4a39-a738-4e6af2c769fb" providerId="ADAL" clId="{B9D5A21C-D4ED-4B93-9C3B-A8AB06858249}" dt="2026-05-02T15:14:07.072" v="946"/>
        <pc:sldMkLst>
          <pc:docMk/>
          <pc:sldMk cId="0" sldId="266"/>
        </pc:sldMkLst>
        <pc:spChg chg="mod">
          <ac:chgData name="Muhammad Raahim Munawwar" userId="fd5e20a0-0d4a-4a39-a738-4e6af2c769fb" providerId="ADAL" clId="{B9D5A21C-D4ED-4B93-9C3B-A8AB06858249}" dt="2026-05-02T15:09:52.174" v="913" actId="122"/>
          <ac:spMkLst>
            <pc:docMk/>
            <pc:sldMk cId="0" sldId="266"/>
            <ac:spMk id="3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09:18.986" v="891" actId="1076"/>
          <ac:spMkLst>
            <pc:docMk/>
            <pc:sldMk cId="0" sldId="266"/>
            <ac:spMk id="4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09:24.191" v="892" actId="1076"/>
          <ac:spMkLst>
            <pc:docMk/>
            <pc:sldMk cId="0" sldId="266"/>
            <ac:spMk id="5" creationId="{00000000-0000-0000-0000-000000000000}"/>
          </ac:spMkLst>
        </pc:spChg>
        <pc:spChg chg="del">
          <ac:chgData name="Muhammad Raahim Munawwar" userId="fd5e20a0-0d4a-4a39-a738-4e6af2c769fb" providerId="ADAL" clId="{B9D5A21C-D4ED-4B93-9C3B-A8AB06858249}" dt="2026-05-02T15:09:04.865" v="889" actId="478"/>
          <ac:spMkLst>
            <pc:docMk/>
            <pc:sldMk cId="0" sldId="266"/>
            <ac:spMk id="6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07:17.816" v="886" actId="20577"/>
          <ac:spMkLst>
            <pc:docMk/>
            <pc:sldMk cId="0" sldId="266"/>
            <ac:spMk id="7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09:29.433" v="893" actId="1076"/>
          <ac:spMkLst>
            <pc:docMk/>
            <pc:sldMk cId="0" sldId="266"/>
            <ac:spMk id="8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09:36.406" v="894" actId="1076"/>
          <ac:spMkLst>
            <pc:docMk/>
            <pc:sldMk cId="0" sldId="266"/>
            <ac:spMk id="9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11:08.864" v="936" actId="107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10:53.952" v="935" actId="403"/>
          <ac:spMkLst>
            <pc:docMk/>
            <pc:sldMk cId="0" sldId="266"/>
            <ac:spMk id="13" creationId="{00000000-0000-0000-0000-000000000000}"/>
          </ac:spMkLst>
        </pc:spChg>
        <pc:picChg chg="add mod">
          <ac:chgData name="Muhammad Raahim Munawwar" userId="fd5e20a0-0d4a-4a39-a738-4e6af2c769fb" providerId="ADAL" clId="{B9D5A21C-D4ED-4B93-9C3B-A8AB06858249}" dt="2026-05-02T15:09:09.785" v="890" actId="14100"/>
          <ac:picMkLst>
            <pc:docMk/>
            <pc:sldMk cId="0" sldId="266"/>
            <ac:picMk id="14" creationId="{642E7B49-97D4-CEB8-49F0-7F7A4B3D9B78}"/>
          </ac:picMkLst>
        </pc:picChg>
      </pc:sldChg>
      <pc:sldChg chg="setBg">
        <pc:chgData name="Muhammad Raahim Munawwar" userId="fd5e20a0-0d4a-4a39-a738-4e6af2c769fb" providerId="ADAL" clId="{B9D5A21C-D4ED-4B93-9C3B-A8AB06858249}" dt="2026-05-02T14:45:21.246" v="611"/>
        <pc:sldMkLst>
          <pc:docMk/>
          <pc:sldMk cId="0" sldId="267"/>
        </pc:sldMkLst>
      </pc:sldChg>
      <pc:sldChg chg="modSp del mod setBg">
        <pc:chgData name="Muhammad Raahim Munawwar" userId="fd5e20a0-0d4a-4a39-a738-4e6af2c769fb" providerId="ADAL" clId="{B9D5A21C-D4ED-4B93-9C3B-A8AB06858249}" dt="2026-05-02T15:36:44.521" v="1116" actId="47"/>
        <pc:sldMkLst>
          <pc:docMk/>
          <pc:sldMk cId="0" sldId="268"/>
        </pc:sldMkLst>
        <pc:spChg chg="mod">
          <ac:chgData name="Muhammad Raahim Munawwar" userId="fd5e20a0-0d4a-4a39-a738-4e6af2c769fb" providerId="ADAL" clId="{B9D5A21C-D4ED-4B93-9C3B-A8AB06858249}" dt="2026-05-02T15:36:01.615" v="1112" actId="20577"/>
          <ac:spMkLst>
            <pc:docMk/>
            <pc:sldMk cId="0" sldId="268"/>
            <ac:spMk id="7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36:03.868" v="1114" actId="20577"/>
          <ac:spMkLst>
            <pc:docMk/>
            <pc:sldMk cId="0" sldId="268"/>
            <ac:spMk id="9" creationId="{00000000-0000-0000-0000-000000000000}"/>
          </ac:spMkLst>
        </pc:spChg>
      </pc:sldChg>
      <pc:sldChg chg="delSp add del mod setBg">
        <pc:chgData name="Muhammad Raahim Munawwar" userId="fd5e20a0-0d4a-4a39-a738-4e6af2c769fb" providerId="ADAL" clId="{B9D5A21C-D4ED-4B93-9C3B-A8AB06858249}" dt="2026-05-02T15:38:31.205" v="1122" actId="478"/>
        <pc:sldMkLst>
          <pc:docMk/>
          <pc:sldMk cId="0" sldId="269"/>
        </pc:sldMkLst>
        <pc:picChg chg="del">
          <ac:chgData name="Muhammad Raahim Munawwar" userId="fd5e20a0-0d4a-4a39-a738-4e6af2c769fb" providerId="ADAL" clId="{B9D5A21C-D4ED-4B93-9C3B-A8AB06858249}" dt="2026-05-02T15:38:31.205" v="1122" actId="478"/>
          <ac:picMkLst>
            <pc:docMk/>
            <pc:sldMk cId="0" sldId="269"/>
            <ac:picMk id="2" creationId="{00000000-0000-0000-0000-000000000000}"/>
          </ac:picMkLst>
        </pc:picChg>
      </pc:sldChg>
      <pc:sldChg chg="delSp del mod setBg">
        <pc:chgData name="Muhammad Raahim Munawwar" userId="fd5e20a0-0d4a-4a39-a738-4e6af2c769fb" providerId="ADAL" clId="{B9D5A21C-D4ED-4B93-9C3B-A8AB06858249}" dt="2026-05-02T15:38:28.262" v="1121" actId="47"/>
        <pc:sldMkLst>
          <pc:docMk/>
          <pc:sldMk cId="0" sldId="270"/>
        </pc:sldMkLst>
        <pc:picChg chg="del">
          <ac:chgData name="Muhammad Raahim Munawwar" userId="fd5e20a0-0d4a-4a39-a738-4e6af2c769fb" providerId="ADAL" clId="{B9D5A21C-D4ED-4B93-9C3B-A8AB06858249}" dt="2026-05-02T15:21:46.408" v="1019" actId="478"/>
          <ac:picMkLst>
            <pc:docMk/>
            <pc:sldMk cId="0" sldId="270"/>
            <ac:picMk id="2" creationId="{00000000-0000-0000-0000-000000000000}"/>
          </ac:picMkLst>
        </pc:picChg>
      </pc:sldChg>
      <pc:sldChg chg="add ord setBg">
        <pc:chgData name="Muhammad Raahim Munawwar" userId="fd5e20a0-0d4a-4a39-a738-4e6af2c769fb" providerId="ADAL" clId="{B9D5A21C-D4ED-4B93-9C3B-A8AB06858249}" dt="2026-05-02T15:22:54.890" v="1022"/>
        <pc:sldMkLst>
          <pc:docMk/>
          <pc:sldMk cId="0" sldId="271"/>
        </pc:sldMkLst>
      </pc:sldChg>
      <pc:sldChg chg="addSp delSp modSp add mod setBg">
        <pc:chgData name="Muhammad Raahim Munawwar" userId="fd5e20a0-0d4a-4a39-a738-4e6af2c769fb" providerId="ADAL" clId="{B9D5A21C-D4ED-4B93-9C3B-A8AB06858249}" dt="2026-05-02T16:15:43.129" v="1170" actId="1076"/>
        <pc:sldMkLst>
          <pc:docMk/>
          <pc:sldMk cId="0" sldId="272"/>
        </pc:sldMkLst>
        <pc:spChg chg="mod">
          <ac:chgData name="Muhammad Raahim Munawwar" userId="fd5e20a0-0d4a-4a39-a738-4e6af2c769fb" providerId="ADAL" clId="{B9D5A21C-D4ED-4B93-9C3B-A8AB06858249}" dt="2026-05-02T15:35:20.296" v="1108" actId="403"/>
          <ac:spMkLst>
            <pc:docMk/>
            <pc:sldMk cId="0" sldId="272"/>
            <ac:spMk id="3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32:05.811" v="1081" actId="1076"/>
          <ac:spMkLst>
            <pc:docMk/>
            <pc:sldMk cId="0" sldId="272"/>
            <ac:spMk id="4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32:09.502" v="1082" actId="1076"/>
          <ac:spMkLst>
            <pc:docMk/>
            <pc:sldMk cId="0" sldId="272"/>
            <ac:spMk id="5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46:04.559" v="1163" actId="20577"/>
          <ac:spMkLst>
            <pc:docMk/>
            <pc:sldMk cId="0" sldId="272"/>
            <ac:spMk id="7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32:15.658" v="1083" actId="1076"/>
          <ac:spMkLst>
            <pc:docMk/>
            <pc:sldMk cId="0" sldId="272"/>
            <ac:spMk id="8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32:36.625" v="1085" actId="1076"/>
          <ac:spMkLst>
            <pc:docMk/>
            <pc:sldMk cId="0" sldId="272"/>
            <ac:spMk id="9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46:00.281" v="1144" actId="20577"/>
          <ac:spMkLst>
            <pc:docMk/>
            <pc:sldMk cId="0" sldId="272"/>
            <ac:spMk id="11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34:28.881" v="1088" actId="14100"/>
          <ac:spMkLst>
            <pc:docMk/>
            <pc:sldMk cId="0" sldId="272"/>
            <ac:spMk id="12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34:02.924" v="1086" actId="1076"/>
          <ac:spMkLst>
            <pc:docMk/>
            <pc:sldMk cId="0" sldId="272"/>
            <ac:spMk id="14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34:32.410" v="1089" actId="14100"/>
          <ac:spMkLst>
            <pc:docMk/>
            <pc:sldMk cId="0" sldId="272"/>
            <ac:spMk id="15" creationId="{00000000-0000-0000-0000-000000000000}"/>
          </ac:spMkLst>
        </pc:spChg>
        <pc:spChg chg="mod">
          <ac:chgData name="Muhammad Raahim Munawwar" userId="fd5e20a0-0d4a-4a39-a738-4e6af2c769fb" providerId="ADAL" clId="{B9D5A21C-D4ED-4B93-9C3B-A8AB06858249}" dt="2026-05-02T15:34:47.860" v="1092" actId="20577"/>
          <ac:spMkLst>
            <pc:docMk/>
            <pc:sldMk cId="0" sldId="272"/>
            <ac:spMk id="17" creationId="{00000000-0000-0000-0000-000000000000}"/>
          </ac:spMkLst>
        </pc:spChg>
        <pc:picChg chg="del">
          <ac:chgData name="Muhammad Raahim Munawwar" userId="fd5e20a0-0d4a-4a39-a738-4e6af2c769fb" providerId="ADAL" clId="{B9D5A21C-D4ED-4B93-9C3B-A8AB06858249}" dt="2026-05-02T15:44:25.907" v="1123" actId="478"/>
          <ac:picMkLst>
            <pc:docMk/>
            <pc:sldMk cId="0" sldId="272"/>
            <ac:picMk id="10" creationId="{00000000-0000-0000-0000-000000000000}"/>
          </ac:picMkLst>
        </pc:picChg>
        <pc:picChg chg="add mod">
          <ac:chgData name="Muhammad Raahim Munawwar" userId="fd5e20a0-0d4a-4a39-a738-4e6af2c769fb" providerId="ADAL" clId="{B9D5A21C-D4ED-4B93-9C3B-A8AB06858249}" dt="2026-05-02T16:15:43.129" v="1170" actId="1076"/>
          <ac:picMkLst>
            <pc:docMk/>
            <pc:sldMk cId="0" sldId="272"/>
            <ac:picMk id="18" creationId="{044A4090-DFC0-AD8F-5EB2-DAB5F496B872}"/>
          </ac:picMkLst>
        </pc:picChg>
        <pc:picChg chg="add del mod">
          <ac:chgData name="Muhammad Raahim Munawwar" userId="fd5e20a0-0d4a-4a39-a738-4e6af2c769fb" providerId="ADAL" clId="{B9D5A21C-D4ED-4B93-9C3B-A8AB06858249}" dt="2026-05-02T16:14:16.115" v="1164" actId="478"/>
          <ac:picMkLst>
            <pc:docMk/>
            <pc:sldMk cId="0" sldId="272"/>
            <ac:picMk id="19" creationId="{05CFA55D-8F6D-9AA3-42B7-E3C558CBC6E7}"/>
          </ac:picMkLst>
        </pc:picChg>
      </pc:sldChg>
      <pc:sldChg chg="modSp add setBg">
        <pc:chgData name="Muhammad Raahim Munawwar" userId="fd5e20a0-0d4a-4a39-a738-4e6af2c769fb" providerId="ADAL" clId="{B9D5A21C-D4ED-4B93-9C3B-A8AB06858249}" dt="2026-05-02T15:37:19.207" v="1118" actId="207"/>
        <pc:sldMkLst>
          <pc:docMk/>
          <pc:sldMk cId="0" sldId="273"/>
        </pc:sldMkLst>
        <pc:graphicFrameChg chg="mod">
          <ac:chgData name="Muhammad Raahim Munawwar" userId="fd5e20a0-0d4a-4a39-a738-4e6af2c769fb" providerId="ADAL" clId="{B9D5A21C-D4ED-4B93-9C3B-A8AB06858249}" dt="2026-05-02T15:37:19.207" v="1118" actId="207"/>
          <ac:graphicFrameMkLst>
            <pc:docMk/>
            <pc:sldMk cId="0" sldId="273"/>
            <ac:graphicFrameMk id="4" creationId="{00000000-0000-0000-0000-000000000000}"/>
          </ac:graphicFrameMkLst>
        </pc:graphicFrameChg>
      </pc:sldChg>
      <pc:sldMasterChg chg="setBg modSldLayout">
        <pc:chgData name="Muhammad Raahim Munawwar" userId="fd5e20a0-0d4a-4a39-a738-4e6af2c769fb" providerId="ADAL" clId="{B9D5A21C-D4ED-4B93-9C3B-A8AB06858249}" dt="2026-05-02T14:45:21.246" v="611"/>
        <pc:sldMasterMkLst>
          <pc:docMk/>
          <pc:sldMasterMk cId="0" sldId="2147483648"/>
        </pc:sldMasterMkLst>
        <pc:sldLayoutChg chg="setBg">
          <pc:chgData name="Muhammad Raahim Munawwar" userId="fd5e20a0-0d4a-4a39-a738-4e6af2c769fb" providerId="ADAL" clId="{B9D5A21C-D4ED-4B93-9C3B-A8AB06858249}" dt="2026-05-02T14:45:21.246" v="611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5A623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F5A623"/>
                </a:solidFill>
                <a:latin typeface="Arial"/>
              </a:rPr>
              <a:t>Task Completion Time (seconds)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Old UI (sec)</c:v>
                </c:pt>
              </c:strCache>
            </c:strRef>
          </c:tx>
          <c:spPr>
            <a:solidFill>
              <a:srgbClr val="BB22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Task 1
Nav+Map</c:v>
                </c:pt>
                <c:pt idx="1">
                  <c:v>Task 2
Garage</c:v>
                </c:pt>
                <c:pt idx="2">
                  <c:v>Task 3
HUD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11.2</c:v>
                </c:pt>
                <c:pt idx="1">
                  <c:v>19.399999999999999</c:v>
                </c:pt>
                <c:pt idx="2">
                  <c:v>14.6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77-45E6-B183-6AC39BD8B38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 UI (sec)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Task 1
Nav+Map</c:v>
                </c:pt>
                <c:pt idx="1">
                  <c:v>Task 2
Garage</c:v>
                </c:pt>
                <c:pt idx="2">
                  <c:v>Task 3
HUD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4.8</c:v>
                </c:pt>
                <c:pt idx="1">
                  <c:v>8.6</c:v>
                </c:pt>
                <c:pt idx="2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77-45E6-B183-6AC39BD8B38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en-US"/>
          </a:p>
        </c:txPr>
      </c:legendEntry>
      <c:legendEntry>
        <c:idx val="1"/>
        <c:txPr>
          <a:bodyPr/>
          <a:lstStyle/>
          <a:p>
            <a:pPr>
              <a:defRPr>
                <a:solidFill>
                  <a:schemeClr val="bg1"/>
                </a:solidFill>
              </a:defRPr>
            </a:pPr>
            <a:endParaRPr lang="en-US"/>
          </a:p>
        </c:txPr>
      </c:legendEntry>
      <c:overlay val="0"/>
    </c:legend>
    <c:plotVisOnly val="1"/>
    <c:dispBlanksAs val="span"/>
    <c:showDLblsOverMax val="1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2297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548640"/>
            <a:ext cx="8412480" cy="822960"/>
          </a:xfrm>
          <a:prstGeom prst="rect">
            <a:avLst/>
          </a:prstGeom>
          <a:noFill/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EARN TO DIE 2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365760" y="1417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Redesign &amp; HCI Evaluation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44197" y="2176272"/>
            <a:ext cx="3334043" cy="777240"/>
          </a:xfrm>
          <a:prstGeom prst="rect">
            <a:avLst/>
          </a:prstGeom>
          <a:gradFill flip="none" rotWithShape="1">
            <a:gsLst>
              <a:gs pos="0">
                <a:srgbClr val="CC2200">
                  <a:shade val="30000"/>
                  <a:satMod val="115000"/>
                </a:srgbClr>
              </a:gs>
              <a:gs pos="50000">
                <a:srgbClr val="CC2200">
                  <a:shade val="67500"/>
                  <a:satMod val="115000"/>
                </a:srgbClr>
              </a:gs>
              <a:gs pos="100000">
                <a:srgbClr val="CC2200">
                  <a:shade val="100000"/>
                  <a:satMod val="115000"/>
                </a:srgbClr>
              </a:gs>
            </a:gsLst>
            <a:lin ang="0" scaled="1"/>
            <a:tileRect/>
          </a:gradFill>
          <a:ln w="12700">
            <a:noFill/>
            <a:prstDash val="solid"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 prst="convex"/>
          </a:sp3d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44197" y="2253996"/>
            <a:ext cx="32426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Human Computer Interaction 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Spring 2026  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Section BCS-6H 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Game: earntodie.co 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148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CC22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594360" cy="9601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594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78408" y="1078992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Overview &amp; Selection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2194560"/>
            <a:ext cx="41148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CC22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2194560"/>
            <a:ext cx="594360" cy="9601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2194560"/>
            <a:ext cx="594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78408" y="2267712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 Problems Identified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3383280"/>
            <a:ext cx="41148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CC22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3383280"/>
            <a:ext cx="594360" cy="9601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3383280"/>
            <a:ext cx="594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78408" y="3456432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HCI Principles Applied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41148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CC22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1005840"/>
            <a:ext cx="594360" cy="9601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0" y="1005840"/>
            <a:ext cx="594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13248" y="1078992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vs After – All Screens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2194560"/>
            <a:ext cx="41148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CC22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2194560"/>
            <a:ext cx="594360" cy="9601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2194560"/>
            <a:ext cx="594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13248" y="2267712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 Evaluation &amp; Metrics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3383280"/>
            <a:ext cx="41148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CC22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3383280"/>
            <a:ext cx="594360" cy="9601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3383280"/>
            <a:ext cx="594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13248" y="3456432"/>
            <a:ext cx="3383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OVERVIEW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4937760" y="822960"/>
            <a:ext cx="393192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047488" y="868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GENRE:  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172200" y="8686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Zombie Survival Driving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937760" y="1481328"/>
            <a:ext cx="393192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47488" y="1527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DEVELOPER:  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72200" y="152704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Toffee Games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937760" y="2139696"/>
            <a:ext cx="393192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47488" y="218541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PLATFORM:  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72200" y="2185416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Browser &amp; Mobile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937760" y="2798064"/>
            <a:ext cx="3931920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047488" y="284378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PLAYERS:  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72200" y="2843784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 worldwide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20040" y="3753613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CCCCCC"/>
                </a:solidFill>
                <a:ea typeface="Arial" pitchFamily="34" charset="-122"/>
                <a:cs typeface="Arial" pitchFamily="34" charset="-120"/>
              </a:rPr>
              <a:t>Selected for its prominent HCI violations across core screens, the ability to conduct a direct before/after comparison with the 2012 browser version, and a large player base that makes UX improvements highly impactful.</a:t>
            </a:r>
            <a:endParaRPr lang="en-US" sz="13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76007EC-8163-8637-7539-885A7B03643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Diffused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2918" y="822960"/>
            <a:ext cx="4583402" cy="25752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USABILITY PROBLEMS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1188720"/>
          </a:xfrm>
          <a:prstGeom prst="rect">
            <a:avLst/>
          </a:prstGeom>
          <a:solidFill>
            <a:srgbClr val="1A1A2E"/>
          </a:solidFill>
          <a:ln w="12700">
            <a:solidFill>
              <a:srgbClr val="CC22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411480" cy="411480"/>
          </a:xfrm>
          <a:prstGeom prst="ellipse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9875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96926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Cluttered HUD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371600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analog gauges compete with gameplay; poor readability at speed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267712"/>
            <a:ext cx="4114800" cy="1188720"/>
          </a:xfrm>
          <a:prstGeom prst="rect">
            <a:avLst/>
          </a:prstGeom>
          <a:solidFill>
            <a:srgbClr val="1A1A2E"/>
          </a:solidFill>
          <a:ln w="12700">
            <a:solidFill>
              <a:srgbClr val="CC22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2340864"/>
            <a:ext cx="411480" cy="411480"/>
          </a:xfrm>
          <a:prstGeom prst="ellipse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3408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32257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Visual Hierarchy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" y="2724912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CTA (Play) looks same as secondary buttons on main menu</a:t>
            </a:r>
            <a:endParaRPr lang="en-US" sz="1100" dirty="0"/>
          </a:p>
        </p:txBody>
      </p:sp>
      <p:sp>
        <p:nvSpPr>
          <p:cNvPr id="14" name="Shape 12"/>
          <p:cNvSpPr>
            <a:spLocks/>
          </p:cNvSpPr>
          <p:nvPr/>
        </p:nvSpPr>
        <p:spPr>
          <a:xfrm>
            <a:off x="315468" y="3621024"/>
            <a:ext cx="4114800" cy="1188720"/>
          </a:xfrm>
          <a:prstGeom prst="rect">
            <a:avLst/>
          </a:prstGeom>
          <a:solidFill>
            <a:srgbClr val="1A1A2E"/>
          </a:solidFill>
          <a:ln w="12700">
            <a:solidFill>
              <a:srgbClr val="CC22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Shape 13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1480" y="3694176"/>
            <a:ext cx="411480" cy="411480"/>
          </a:xfrm>
          <a:prstGeom prst="ellipse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1480" y="36941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14400" y="367588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Garage Cognitive Overload</a:t>
            </a:r>
            <a:endParaRPr lang="en-US" sz="1300" dirty="0"/>
          </a:p>
        </p:txBody>
      </p:sp>
      <p:sp>
        <p:nvSpPr>
          <p:cNvPr id="18" name="Text 1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9768" y="4078224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upgrades shown simultaneously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914400"/>
            <a:ext cx="4114800" cy="1188720"/>
          </a:xfrm>
          <a:prstGeom prst="rect">
            <a:avLst/>
          </a:prstGeom>
          <a:solidFill>
            <a:srgbClr val="1A1A2E"/>
          </a:solidFill>
          <a:ln w="12700">
            <a:solidFill>
              <a:srgbClr val="CC22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987552"/>
            <a:ext cx="411480" cy="411480"/>
          </a:xfrm>
          <a:prstGeom prst="ellipse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9875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57800" y="96926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Feedback Gap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73168" y="1371600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clear locked/completed/current state indicators on world map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267712"/>
            <a:ext cx="4114800" cy="1188720"/>
          </a:xfrm>
          <a:prstGeom prst="rect">
            <a:avLst/>
          </a:prstGeom>
          <a:solidFill>
            <a:srgbClr val="1A1A2E"/>
          </a:solidFill>
          <a:ln w="12700">
            <a:solidFill>
              <a:srgbClr val="CC2200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2340864"/>
            <a:ext cx="411480" cy="411480"/>
          </a:xfrm>
          <a:prstGeom prst="ellipse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23408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232257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Tap Targets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73168" y="2724912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Buttons violate 44pt minimum; accidental taps frequent on touch screens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36941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38688" y="3675888"/>
            <a:ext cx="334811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73168" y="4078224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HCI PRINCIPLES APPLIED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969264"/>
          </a:xfrm>
          <a:prstGeom prst="rect">
            <a:avLst/>
          </a:prstGeom>
          <a:solidFill>
            <a:srgbClr val="1A1A2E"/>
          </a:solidFill>
          <a:ln w="12700">
            <a:solidFill>
              <a:srgbClr val="F5A623"/>
            </a:solidFill>
            <a:prstDash val="solid"/>
          </a:ln>
          <a:effectLst>
            <a:outerShdw blurRad="762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9184" y="877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👁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859536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 of Status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225296"/>
            <a:ext cx="40050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 AMMO badge + DISTANCE TO BASE bar give constant, glanceable system feedback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883664"/>
            <a:ext cx="4206240" cy="969264"/>
          </a:xfrm>
          <a:prstGeom prst="rect">
            <a:avLst/>
          </a:prstGeom>
          <a:solidFill>
            <a:srgbClr val="1A1A2E"/>
          </a:solidFill>
          <a:ln w="12700">
            <a:solidFill>
              <a:srgbClr val="F5A623"/>
            </a:solidFill>
            <a:prstDash val="solid"/>
          </a:ln>
          <a:effectLst>
            <a:outerShdw blurRad="762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1920240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Hierarchy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286000"/>
            <a:ext cx="40050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MISSION CTA is dominant; tabbed nav clearly separates sections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944368"/>
            <a:ext cx="4206240" cy="969264"/>
          </a:xfrm>
          <a:prstGeom prst="rect">
            <a:avLst/>
          </a:prstGeom>
          <a:solidFill>
            <a:srgbClr val="1A1A2E"/>
          </a:solidFill>
          <a:ln w="12700">
            <a:solidFill>
              <a:srgbClr val="F5A623"/>
            </a:solidFill>
            <a:prstDash val="solid"/>
          </a:ln>
          <a:effectLst>
            <a:outerShdw blurRad="762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" y="2980944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346704"/>
            <a:ext cx="40050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badge in red, progress bars show upgrade level, level nodes show completion state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4005072"/>
            <a:ext cx="4206240" cy="969264"/>
          </a:xfrm>
          <a:prstGeom prst="rect">
            <a:avLst/>
          </a:prstGeom>
          <a:solidFill>
            <a:srgbClr val="1A1A2E"/>
          </a:solidFill>
          <a:ln w="12700">
            <a:solidFill>
              <a:srgbClr val="F5A623"/>
            </a:solidFill>
            <a:prstDash val="solid"/>
          </a:ln>
          <a:effectLst>
            <a:outerShdw blurRad="762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9184" y="4059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🛡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" y="4041648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Prevention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407408"/>
            <a:ext cx="40050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Padlock + label on locked levels; disabled greyed buttons for unaffordable upgrades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822960"/>
            <a:ext cx="4206240" cy="969264"/>
          </a:xfrm>
          <a:prstGeom prst="rect">
            <a:avLst/>
          </a:prstGeom>
          <a:solidFill>
            <a:srgbClr val="1A1A2E"/>
          </a:solidFill>
          <a:ln w="12700">
            <a:solidFill>
              <a:srgbClr val="F5A623"/>
            </a:solidFill>
            <a:prstDash val="solid"/>
          </a:ln>
          <a:effectLst>
            <a:outerShdw blurRad="762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64024" y="877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76088" y="859536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Load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1225296"/>
            <a:ext cx="40050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Cinematic garage reduces visual noise; HUD simplified to essential info only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1883664"/>
            <a:ext cx="4206240" cy="969264"/>
          </a:xfrm>
          <a:prstGeom prst="rect">
            <a:avLst/>
          </a:prstGeom>
          <a:solidFill>
            <a:srgbClr val="1A1A2E"/>
          </a:solidFill>
          <a:ln w="12700">
            <a:solidFill>
              <a:srgbClr val="F5A623"/>
            </a:solidFill>
            <a:prstDash val="solid"/>
          </a:ln>
          <a:effectLst>
            <a:outerShdw blurRad="762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64024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🎛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76088" y="1920240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Control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2286000"/>
            <a:ext cx="40050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sliders, notifications toggle, large CLOSE button in settings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2944368"/>
            <a:ext cx="4206240" cy="969264"/>
          </a:xfrm>
          <a:prstGeom prst="rect">
            <a:avLst/>
          </a:prstGeom>
          <a:solidFill>
            <a:srgbClr val="1A1A2E"/>
          </a:solidFill>
          <a:ln w="12700">
            <a:solidFill>
              <a:srgbClr val="F5A623"/>
            </a:solidFill>
            <a:prstDash val="solid"/>
          </a:ln>
          <a:effectLst>
            <a:outerShdw blurRad="762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64024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♿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276088" y="2980944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00600" y="3346704"/>
            <a:ext cx="40050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Icons+labels together, larger buttons, not color-only indicators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4005072"/>
            <a:ext cx="4206240" cy="969264"/>
          </a:xfrm>
          <a:prstGeom prst="rect">
            <a:avLst/>
          </a:prstGeom>
          <a:solidFill>
            <a:srgbClr val="1A1A2E"/>
          </a:solidFill>
          <a:ln w="12700">
            <a:solidFill>
              <a:srgbClr val="F5A623"/>
            </a:solidFill>
            <a:prstDash val="solid"/>
          </a:ln>
          <a:effectLst>
            <a:outerShdw blurRad="762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64024" y="4059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276088" y="4041648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00600" y="4407408"/>
            <a:ext cx="40050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Dark/red/gold palette unified across all 5 screens, same button language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vs AFTER  •  Main Menu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0" y="588438"/>
            <a:ext cx="1188720" cy="292608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0" y="59893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60120"/>
            <a:ext cx="4206240" cy="2359152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320040" y="336499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browser main menu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245352" y="610946"/>
            <a:ext cx="1188720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245352" y="610946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754880" y="336499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Redesigned Earn to Die 2 web menu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20040" y="3749040"/>
            <a:ext cx="420624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57200" y="3794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2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PROBLEM: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200" y="40690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Similar-size buttons for Play and More Games.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cs typeface="Arial" pitchFamily="34" charset="-120"/>
              </a:rPr>
              <a:t>Settings icon is isolated in the bottom right corner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0" y="3749040"/>
            <a:ext cx="420624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892040" y="3794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SOLUTION: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892040" y="40690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dominant PLAY button 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also included as Menu button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E0613E7-6A6F-5DCF-5268-07460C254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965861"/>
            <a:ext cx="4206240" cy="23476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SETTINGS SCREEN  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910315" y="640080"/>
            <a:ext cx="1188720" cy="292608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910315" y="648169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595767"/>
            <a:ext cx="1188720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63640" y="5943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960120"/>
            <a:ext cx="4206240" cy="246888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11" name="Text 8"/>
          <p:cNvSpPr/>
          <p:nvPr/>
        </p:nvSpPr>
        <p:spPr>
          <a:xfrm>
            <a:off x="4754880" y="34747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settings modal with Sound + Music sliders, Notifications toggle, Social linking, and CLOSE button.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5315" y="4005072"/>
            <a:ext cx="8641080" cy="868680"/>
          </a:xfrm>
          <a:prstGeom prst="rect">
            <a:avLst/>
          </a:prstGeom>
          <a:solidFill>
            <a:srgbClr val="1A1A2E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4050792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HCI Applied: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Control  (close button)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(sliders show current volume)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(toggle clearly labeled ENABLED)</a:t>
            </a:r>
            <a:endParaRPr lang="en-US" sz="1200" dirty="0"/>
          </a:p>
        </p:txBody>
      </p:sp>
      <p:pic>
        <p:nvPicPr>
          <p:cNvPr id="14" name="Image 0">
            <a:extLst>
              <a:ext uri="{FF2B5EF4-FFF2-40B4-BE49-F238E27FC236}">
                <a16:creationId xmlns:a16="http://schemas.microsoft.com/office/drawing/2014/main" id="{642E7B49-97D4-CEB8-49F0-7F7A4B3D9B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39" y="978408"/>
            <a:ext cx="4369273" cy="2450592"/>
          </a:xfrm>
          <a:prstGeom prst="rect">
            <a:avLst/>
          </a:prstGeom>
          <a:effectLst>
            <a:outerShdw blurRad="76200" dist="38100" dir="8100000" algn="bl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0" y="631639"/>
            <a:ext cx="1188720" cy="292608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800" y="6400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60120"/>
            <a:ext cx="4206240" cy="2359152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320040" y="336499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browser map – parchment style, small dots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263640" y="618978"/>
            <a:ext cx="1188720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263640" y="631639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754880" y="336499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Redesigned map – clear completed/current/locked states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20040" y="3749040"/>
            <a:ext cx="420624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57200" y="3794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2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PROBLEM: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200" y="40690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Filled/unfilled circle barely differentiates locked from current.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progress indicator.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0" y="3749040"/>
            <a:ext cx="420624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892040" y="3794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SOLUTION: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892040" y="40690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Checkmark = completed, glowing a = current, padlock = locked.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Day is prominently marked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8F4AE0F-3EEE-03E9-9FDE-9554DBA4C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953102"/>
            <a:ext cx="4251960" cy="23731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Gameplay HUD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719072" y="603504"/>
            <a:ext cx="1188720" cy="292608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719072" y="603504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60120"/>
            <a:ext cx="4206240" cy="2359152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320040" y="336499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browser gameplay – small analog dials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263640" y="598932"/>
            <a:ext cx="1188720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273927" y="597174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754880" y="336499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Redesigned HUD – digital bars, bold ammo display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20040" y="3749040"/>
            <a:ext cx="420624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57200" y="3794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2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PROBLEM: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200" y="40690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small analog dials at bottom-center compete with gameplay. Fuel/boost levels unreadable at speed.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0" y="3749040"/>
            <a:ext cx="4206240" cy="1097280"/>
          </a:xfrm>
          <a:prstGeom prst="rect">
            <a:avLst/>
          </a:prstGeom>
          <a:solidFill>
            <a:srgbClr val="1A1A2E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892040" y="3794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SOLUTION: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892040" y="40690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 AMMO badge top-left. DISTANCE TO BASE progress bar top-center. Three dashboard dials remain but larger &amp; cleaner.</a:t>
            </a: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E011591-A829-ED90-0F9A-3BB0CCC3BD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969264"/>
            <a:ext cx="4226814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56032" y="73152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Garage / Upgrade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33372" y="548640"/>
            <a:ext cx="1051560" cy="27432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33372" y="561301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877824"/>
            <a:ext cx="4206240" cy="2359152"/>
          </a:xfrm>
          <a:prstGeom prst="rect">
            <a:avLst/>
          </a:prstGeom>
          <a:effectLst>
            <a:outerShdw blurRad="76200" dist="38100" dir="8100000" algn="bl" rotWithShape="0">
              <a:srgbClr val="000000">
                <a:alpha val="3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256032" y="326440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2D garage, "Maxed out" blends with upgrades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259068" y="561301"/>
            <a:ext cx="105156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259068" y="57150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681728" y="326440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Cinematic garage, red MAX badge clearly distinguished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256032" y="3621024"/>
            <a:ext cx="4206240" cy="1197161"/>
          </a:xfrm>
          <a:prstGeom prst="rect">
            <a:avLst/>
          </a:prstGeom>
          <a:solidFill>
            <a:srgbClr val="1A1A2E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65760" y="365760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2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PROBLEM: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29184" y="3762756"/>
            <a:ext cx="39867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upgrade slots look the same whether maxed or purchasable. "Maxed out" text is same size/color as price labels. "More Games" ad link is distracting. Flat 2D scene lacks immersion.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681728" y="3621024"/>
            <a:ext cx="4133088" cy="1197161"/>
          </a:xfrm>
          <a:prstGeom prst="rect">
            <a:avLst/>
          </a:prstGeom>
          <a:solidFill>
            <a:srgbClr val="1A1A2E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791456" y="365760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SOLUTION: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791456" y="3755722"/>
            <a:ext cx="39867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Cinematic 3D garage with vehicle on lift adds engagement.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45 counter large on wall.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badge in red+highlighted slot immediately signals "skip this". Upgrade progress bars clearer.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44A4090-DFC0-AD8F-5EB2-DAB5F496B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882396"/>
            <a:ext cx="4206239" cy="23047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Gameplay HUD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799" y="628122"/>
            <a:ext cx="1188720" cy="292608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828799" y="627067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20040" y="336499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263639" y="624957"/>
            <a:ext cx="1188720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263639" y="63040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754880" y="336499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20039" y="3739896"/>
            <a:ext cx="3931920" cy="902442"/>
          </a:xfrm>
          <a:prstGeom prst="rect">
            <a:avLst/>
          </a:prstGeom>
          <a:solidFill>
            <a:srgbClr val="1A1A2E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57200" y="3794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2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PROBLEM: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199" y="4011930"/>
            <a:ext cx="3587262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cs typeface="Arial" pitchFamily="34" charset="-120"/>
              </a:rPr>
              <a:t>Ammo , speed and booster is invisible.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754879" y="3733917"/>
            <a:ext cx="4069079" cy="908421"/>
          </a:xfrm>
          <a:prstGeom prst="rect">
            <a:avLst/>
          </a:prstGeom>
          <a:solidFill>
            <a:srgbClr val="1A1A2E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892040" y="3794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SOLUTION: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892039" y="3928403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Adjusted the meter size and provided a clear ammo banner on top left corner , provided clear distance to base 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BBF86B4-67F4-D7CD-F4A7-6B14D6240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1757" y="960120"/>
            <a:ext cx="4232485" cy="2362317"/>
          </a:xfrm>
          <a:prstGeom prst="rect">
            <a:avLst/>
          </a:prstGeom>
        </p:spPr>
      </p:pic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960120"/>
            <a:ext cx="4206240" cy="2359152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USABILITY EVALUATION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" y="5943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participants • 3 tasks each • Metrics: Time, Error Rate, SUS Score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3017520" cy="347472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005840"/>
            <a:ext cx="1371600" cy="347472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0" y="10058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UI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1371600" cy="347472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0058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UI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1005840"/>
            <a:ext cx="2103120" cy="347472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0" y="10058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1353312"/>
            <a:ext cx="30175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135331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– Time (sec)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37560" y="1353312"/>
            <a:ext cx="137160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83280" y="135331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1353312"/>
            <a:ext cx="137160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0" y="135331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1353312"/>
            <a:ext cx="21031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26480" y="135331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51% faster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1828800"/>
            <a:ext cx="3017520" cy="457200"/>
          </a:xfrm>
          <a:prstGeom prst="rect">
            <a:avLst/>
          </a:prstGeom>
          <a:solidFill>
            <a:srgbClr val="111128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– Error Rate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37560" y="1828800"/>
            <a:ext cx="1371600" cy="457200"/>
          </a:xfrm>
          <a:prstGeom prst="rect">
            <a:avLst/>
          </a:prstGeom>
          <a:solidFill>
            <a:srgbClr val="111128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83280" y="1828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2/5 users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1828800"/>
            <a:ext cx="1371600" cy="457200"/>
          </a:xfrm>
          <a:prstGeom prst="rect">
            <a:avLst/>
          </a:prstGeom>
          <a:solidFill>
            <a:srgbClr val="111128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1828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0/5 users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80760" y="1828800"/>
            <a:ext cx="2103120" cy="457200"/>
          </a:xfrm>
          <a:prstGeom prst="rect">
            <a:avLst/>
          </a:prstGeom>
          <a:solidFill>
            <a:srgbClr val="111128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2648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100% reduction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2304288"/>
            <a:ext cx="30175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230428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– Time (sec)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337560" y="2304288"/>
            <a:ext cx="137160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83280" y="230428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22.6s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09160" y="2304288"/>
            <a:ext cx="137160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0" y="230428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080760" y="2304288"/>
            <a:ext cx="21031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126480" y="23042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50% faster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0040" y="2779776"/>
            <a:ext cx="3017520" cy="457200"/>
          </a:xfrm>
          <a:prstGeom prst="rect">
            <a:avLst/>
          </a:prstGeom>
          <a:solidFill>
            <a:srgbClr val="111128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" y="277977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– Error Rate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337560" y="2779776"/>
            <a:ext cx="1371600" cy="457200"/>
          </a:xfrm>
          <a:prstGeom prst="rect">
            <a:avLst/>
          </a:prstGeom>
          <a:solidFill>
            <a:srgbClr val="111128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383280" y="277977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3/5 users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09160" y="2779776"/>
            <a:ext cx="1371600" cy="457200"/>
          </a:xfrm>
          <a:prstGeom prst="rect">
            <a:avLst/>
          </a:prstGeom>
          <a:solidFill>
            <a:srgbClr val="111128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754880" y="277977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1/5 users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080760" y="2779776"/>
            <a:ext cx="2103120" cy="457200"/>
          </a:xfrm>
          <a:prstGeom prst="rect">
            <a:avLst/>
          </a:prstGeom>
          <a:solidFill>
            <a:srgbClr val="111128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126480" y="277977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67% reduction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20040" y="3255264"/>
            <a:ext cx="30175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65760" y="325526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– Time (sec)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337560" y="3255264"/>
            <a:ext cx="137160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383280" y="325526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16.8s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709160" y="3255264"/>
            <a:ext cx="137160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754880" y="325526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080760" y="3255264"/>
            <a:ext cx="21031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126480" y="325526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63% faster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20040" y="3730752"/>
            <a:ext cx="3017520" cy="457200"/>
          </a:xfrm>
          <a:prstGeom prst="rect">
            <a:avLst/>
          </a:prstGeom>
          <a:solidFill>
            <a:srgbClr val="111128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65760" y="373075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– Error Rate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337560" y="3730752"/>
            <a:ext cx="1371600" cy="457200"/>
          </a:xfrm>
          <a:prstGeom prst="rect">
            <a:avLst/>
          </a:prstGeom>
          <a:solidFill>
            <a:srgbClr val="111128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383280" y="373075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4/5 users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709160" y="3730752"/>
            <a:ext cx="1371600" cy="457200"/>
          </a:xfrm>
          <a:prstGeom prst="rect">
            <a:avLst/>
          </a:prstGeom>
          <a:solidFill>
            <a:srgbClr val="111128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754880" y="373075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1/5 users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080760" y="3730752"/>
            <a:ext cx="2103120" cy="457200"/>
          </a:xfrm>
          <a:prstGeom prst="rect">
            <a:avLst/>
          </a:prstGeom>
          <a:solidFill>
            <a:srgbClr val="111128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126480" y="373075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75% reduction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20040" y="4206240"/>
            <a:ext cx="30175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65760" y="4206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 Score (0-100)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3337560" y="4206240"/>
            <a:ext cx="137160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383280" y="42062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/ 100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4709160" y="4206240"/>
            <a:ext cx="137160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754880" y="42062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 / 100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080760" y="4206240"/>
            <a:ext cx="21031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126480" y="4206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+29 points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320040" y="470916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 &gt; 68 = Above Average  |  SUS &gt; 80 = Excellent  →  New UI rated EXCELLENT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 AT A GLANCE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677488900"/>
              </p:ext>
            </p:extLst>
          </p:nvPr>
        </p:nvGraphicFramePr>
        <p:xfrm>
          <a:off x="256032" y="73152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777240"/>
            <a:ext cx="3108960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CC2200"/>
            </a:solidFill>
            <a:prstDash val="solid"/>
          </a:ln>
          <a:effectLst>
            <a:outerShdw blurRad="762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760720" y="82296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 SCORE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806440" y="1143000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C22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49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949440" y="1143000"/>
            <a:ext cx="365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269480" y="1143000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83</a:t>
            </a:r>
            <a:endParaRPr lang="en-US" sz="4000" dirty="0"/>
          </a:p>
        </p:txBody>
      </p:sp>
      <p:sp>
        <p:nvSpPr>
          <p:cNvPr id="10" name="Shape 7"/>
          <p:cNvSpPr/>
          <p:nvPr/>
        </p:nvSpPr>
        <p:spPr>
          <a:xfrm>
            <a:off x="5760720" y="2377440"/>
            <a:ext cx="3108960" cy="1920240"/>
          </a:xfrm>
          <a:prstGeom prst="rect">
            <a:avLst/>
          </a:prstGeom>
          <a:solidFill>
            <a:srgbClr val="1A1A2E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760720" y="2414016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RATE DROP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52160" y="28163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 (Navigation):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635240" y="2816352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↓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52160" y="325526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 (Garage):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635240" y="3255264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↓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852160" y="369417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(HUD):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635240" y="3694176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↓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56032" y="109728"/>
            <a:ext cx="8595360" cy="530352"/>
          </a:xfrm>
          <a:prstGeom prst="rect">
            <a:avLst/>
          </a:prstGeom>
          <a:noFill/>
          <a:ln/>
          <a:effectLst>
            <a:outerShdw blurRad="76200" dist="38100" dir="8100000" algn="bl" rotWithShape="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256032" y="804672"/>
            <a:ext cx="8595360" cy="566928"/>
          </a:xfrm>
          <a:prstGeom prst="rect">
            <a:avLst/>
          </a:prstGeom>
          <a:solidFill>
            <a:srgbClr val="0D0D1A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56032" y="804672"/>
            <a:ext cx="292608" cy="566928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56032" y="804672"/>
            <a:ext cx="292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1792" y="804672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usability problems identified across 5 screens using Nielsen's heuristics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6032" y="1453896"/>
            <a:ext cx="8595360" cy="566928"/>
          </a:xfrm>
          <a:prstGeom prst="rect">
            <a:avLst/>
          </a:prstGeom>
          <a:solidFill>
            <a:srgbClr val="0D0D1A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56032" y="1453896"/>
            <a:ext cx="292608" cy="566928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56032" y="1453896"/>
            <a:ext cx="292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21792" y="1453896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HCI principles applied — Visibility, Hierarchy, Feedback, Error Prevention, Cognitive Load, User Control, Accessibility, Consistency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56032" y="2103120"/>
            <a:ext cx="8595360" cy="566928"/>
          </a:xfrm>
          <a:prstGeom prst="rect">
            <a:avLst/>
          </a:prstGeom>
          <a:solidFill>
            <a:srgbClr val="0D0D1A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56032" y="2103120"/>
            <a:ext cx="292608" cy="566928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56032" y="2103120"/>
            <a:ext cx="292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21792" y="210312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completion time improved by 56–78% across all three tasks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56032" y="2752344"/>
            <a:ext cx="8595360" cy="566928"/>
          </a:xfrm>
          <a:prstGeom prst="rect">
            <a:avLst/>
          </a:prstGeom>
          <a:solidFill>
            <a:srgbClr val="0D0D1A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256032" y="2752344"/>
            <a:ext cx="292608" cy="566928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56032" y="2752344"/>
            <a:ext cx="292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21792" y="2752344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rates reduced by 75–100% — Task 3 (HUD) went from 5/5 errors to 1/5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56032" y="3401568"/>
            <a:ext cx="8595360" cy="566928"/>
          </a:xfrm>
          <a:prstGeom prst="rect">
            <a:avLst/>
          </a:prstGeom>
          <a:solidFill>
            <a:srgbClr val="0D0D1A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256032" y="3401568"/>
            <a:ext cx="292608" cy="566928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256032" y="3401568"/>
            <a:ext cx="292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21792" y="3401568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 score improved from 49 → 83 (+34 points, rated EXCELLENT)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56032" y="4050792"/>
            <a:ext cx="8595360" cy="566928"/>
          </a:xfrm>
          <a:prstGeom prst="rect">
            <a:avLst/>
          </a:prstGeom>
          <a:solidFill>
            <a:srgbClr val="0D0D1A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256032" y="4050792"/>
            <a:ext cx="292608" cy="566928"/>
          </a:xfrm>
          <a:prstGeom prst="rect">
            <a:avLst/>
          </a:prstGeom>
          <a:solidFill>
            <a:srgbClr val="CC2200"/>
          </a:solidFill>
          <a:ln w="12700">
            <a:solidFill>
              <a:srgbClr val="CC22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256032" y="4050792"/>
            <a:ext cx="292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21792" y="4050792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impactful changes: DISTANCE TO BASE bar, MAX badge, tabbed navigation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56032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 |  Questions?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972</Words>
  <Application>Microsoft Office PowerPoint</Application>
  <PresentationFormat>On-screen Show (16:9)</PresentationFormat>
  <Paragraphs>203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Earn to Die – HCI Redesign</dc:title>
  <dc:subject>PptxGenJS Presentation</dc:subject>
  <dc:creator>PptxGenJS</dc:creator>
  <cp:lastModifiedBy>Muhammad Raahim Munawwar</cp:lastModifiedBy>
  <cp:revision>2</cp:revision>
  <dcterms:created xsi:type="dcterms:W3CDTF">2026-05-02T13:42:15Z</dcterms:created>
  <dcterms:modified xsi:type="dcterms:W3CDTF">2026-05-02T16:15:47Z</dcterms:modified>
</cp:coreProperties>
</file>